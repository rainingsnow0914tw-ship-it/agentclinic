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793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gE5ei+gPArDoYVBmMjbb5rv34H5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6BD176B-B367-48D6-A09C-E4AB94313932}">
  <a:tblStyle styleId="{C6BD176B-B367-48D6-A09C-E4AB9431393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customschemas.google.com/relationships/presentationmetadata" Target="meta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9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>
  <p:cSld name="Section Header">
    <p:bg>
      <p:bgPr>
        <a:solidFill>
          <a:srgbClr val="0BA2B3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89770" y="5461000"/>
            <a:ext cx="1524000" cy="1206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9"/>
          <p:cNvSpPr/>
          <p:nvPr/>
        </p:nvSpPr>
        <p:spPr>
          <a:xfrm>
            <a:off x="3554946" y="4955133"/>
            <a:ext cx="2120057" cy="1"/>
          </a:xfrm>
          <a:custGeom>
            <a:rect b="b" l="l" r="r" t="t"/>
            <a:pathLst>
              <a:path extrusionOk="0" h="120000" w="2160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3" name="Google Shape;13;p9"/>
          <p:cNvSpPr txBox="1"/>
          <p:nvPr>
            <p:ph idx="1" type="body"/>
          </p:nvPr>
        </p:nvSpPr>
        <p:spPr>
          <a:xfrm>
            <a:off x="640800" y="5886454"/>
            <a:ext cx="8280000" cy="4517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9"/>
          <p:cNvSpPr/>
          <p:nvPr/>
        </p:nvSpPr>
        <p:spPr>
          <a:xfrm>
            <a:off x="165529" y="190499"/>
            <a:ext cx="11848241" cy="6477001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9"/>
          <p:cNvSpPr txBox="1"/>
          <p:nvPr>
            <p:ph type="title"/>
          </p:nvPr>
        </p:nvSpPr>
        <p:spPr>
          <a:xfrm>
            <a:off x="640800" y="4843803"/>
            <a:ext cx="8280000" cy="1037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  <a:defRPr sz="4000"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pic>
        <p:nvPicPr>
          <p:cNvPr id="16" name="Google Shape;1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16196" y="435122"/>
            <a:ext cx="1116970" cy="3636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logo">
  <p:cSld name="Slide with logo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" name="Google Shape;19;p10"/>
          <p:cNvSpPr/>
          <p:nvPr/>
        </p:nvSpPr>
        <p:spPr>
          <a:xfrm>
            <a:off x="10297948" y="1240221"/>
            <a:ext cx="1481958" cy="6726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31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B4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" name="Google Shape;20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629023" y="362581"/>
            <a:ext cx="1150883" cy="4305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2 Contents">
  <p:cSld name="Title and 2 Content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89650" y="0"/>
            <a:ext cx="6089650" cy="20875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692400"/>
            <a:ext cx="4178300" cy="416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1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11"/>
          <p:cNvSpPr txBox="1"/>
          <p:nvPr>
            <p:ph idx="1" type="body"/>
          </p:nvPr>
        </p:nvSpPr>
        <p:spPr>
          <a:xfrm>
            <a:off x="360000" y="1440000"/>
            <a:ext cx="50400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17232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NTR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11"/>
          <p:cNvSpPr txBox="1"/>
          <p:nvPr>
            <p:ph idx="2" type="body"/>
          </p:nvPr>
        </p:nvSpPr>
        <p:spPr>
          <a:xfrm>
            <a:off x="360000" y="1799999"/>
            <a:ext cx="50400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11"/>
          <p:cNvSpPr txBox="1"/>
          <p:nvPr>
            <p:ph idx="3" type="body"/>
          </p:nvPr>
        </p:nvSpPr>
        <p:spPr>
          <a:xfrm>
            <a:off x="6089650" y="1440000"/>
            <a:ext cx="50400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17232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NTR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11"/>
          <p:cNvSpPr txBox="1"/>
          <p:nvPr>
            <p:ph idx="4" type="body"/>
          </p:nvPr>
        </p:nvSpPr>
        <p:spPr>
          <a:xfrm>
            <a:off x="6089650" y="1799999"/>
            <a:ext cx="50400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11"/>
          <p:cNvSpPr/>
          <p:nvPr/>
        </p:nvSpPr>
        <p:spPr>
          <a:xfrm>
            <a:off x="500" y="6761480"/>
            <a:ext cx="12178800" cy="96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" name="Google Shape;31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7661" y="404660"/>
            <a:ext cx="1063903" cy="346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 showMasterSp="0">
  <p:cSld name="Custom Layou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2"/>
          <p:cNvSpPr txBox="1"/>
          <p:nvPr>
            <p:ph type="title"/>
          </p:nvPr>
        </p:nvSpPr>
        <p:spPr>
          <a:xfrm>
            <a:off x="635128" y="4640687"/>
            <a:ext cx="9000000" cy="457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pic>
        <p:nvPicPr>
          <p:cNvPr id="34" name="Google Shape;34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6"/>
            <a:ext cx="833598" cy="41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12"/>
          <p:cNvSpPr/>
          <p:nvPr/>
        </p:nvSpPr>
        <p:spPr>
          <a:xfrm>
            <a:off x="165529" y="190499"/>
            <a:ext cx="11848241" cy="6477001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" id="36" name="Google Shape;3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0348" y="393566"/>
            <a:ext cx="6557643" cy="3556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29023" y="362581"/>
            <a:ext cx="1150883" cy="4305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bg>
      <p:bgPr>
        <a:solidFill>
          <a:schemeClr val="accent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197670" y="5461000"/>
            <a:ext cx="1816100" cy="120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529" y="190499"/>
            <a:ext cx="1816100" cy="1206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13"/>
          <p:cNvSpPr/>
          <p:nvPr/>
        </p:nvSpPr>
        <p:spPr>
          <a:xfrm>
            <a:off x="3554946" y="4955133"/>
            <a:ext cx="2120057" cy="1"/>
          </a:xfrm>
          <a:custGeom>
            <a:rect b="b" l="l" r="r" t="t"/>
            <a:pathLst>
              <a:path extrusionOk="0" h="120000" w="2160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42" name="Google Shape;42;p13"/>
          <p:cNvSpPr/>
          <p:nvPr/>
        </p:nvSpPr>
        <p:spPr>
          <a:xfrm>
            <a:off x="165529" y="190499"/>
            <a:ext cx="11848241" cy="6477001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13"/>
          <p:cNvSpPr txBox="1"/>
          <p:nvPr>
            <p:ph idx="1" type="body"/>
          </p:nvPr>
        </p:nvSpPr>
        <p:spPr>
          <a:xfrm>
            <a:off x="640800" y="5850000"/>
            <a:ext cx="3818481" cy="630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A322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22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" name="Google Shape;44;p13"/>
          <p:cNvSpPr txBox="1"/>
          <p:nvPr>
            <p:ph idx="2" type="body"/>
          </p:nvPr>
        </p:nvSpPr>
        <p:spPr>
          <a:xfrm>
            <a:off x="640800" y="4574120"/>
            <a:ext cx="8822225" cy="914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" name="Google Shape;45;p13"/>
          <p:cNvSpPr txBox="1"/>
          <p:nvPr>
            <p:ph idx="3" type="subTitle"/>
          </p:nvPr>
        </p:nvSpPr>
        <p:spPr>
          <a:xfrm>
            <a:off x="644227" y="2845823"/>
            <a:ext cx="8820000" cy="151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1666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b="1" i="0" sz="6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46" name="Google Shape;4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21449" y="507429"/>
            <a:ext cx="1496116" cy="7480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4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9" name="Google Shape;49;p14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" name="Google Shape;50;p14"/>
          <p:cNvSpPr txBox="1"/>
          <p:nvPr>
            <p:ph idx="1" type="body"/>
          </p:nvPr>
        </p:nvSpPr>
        <p:spPr>
          <a:xfrm>
            <a:off x="360000" y="1440000"/>
            <a:ext cx="900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17232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NTR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p14"/>
          <p:cNvSpPr txBox="1"/>
          <p:nvPr>
            <p:ph idx="2" type="body"/>
          </p:nvPr>
        </p:nvSpPr>
        <p:spPr>
          <a:xfrm>
            <a:off x="360000" y="1799999"/>
            <a:ext cx="90000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Dark" showMasterSp="0">
  <p:cSld name="Title and Content Dark">
    <p:bg>
      <p:bgPr>
        <a:solidFill>
          <a:schemeClr val="accent2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5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4" name="Google Shape;54;p15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" name="Google Shape;55;p15"/>
          <p:cNvSpPr txBox="1"/>
          <p:nvPr>
            <p:ph idx="1" type="body"/>
          </p:nvPr>
        </p:nvSpPr>
        <p:spPr>
          <a:xfrm>
            <a:off x="360000" y="1440000"/>
            <a:ext cx="900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  <a:defRPr b="1" i="0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17232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NTR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p15"/>
          <p:cNvSpPr txBox="1"/>
          <p:nvPr>
            <p:ph idx="2" type="body"/>
          </p:nvPr>
        </p:nvSpPr>
        <p:spPr>
          <a:xfrm>
            <a:off x="360000" y="1799999"/>
            <a:ext cx="90000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p15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 Teal" showMasterSp="0">
  <p:cSld name="1_Title and Content Teal">
    <p:bg>
      <p:bgPr>
        <a:solidFill>
          <a:schemeClr val="accent4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61" name="Google Shape;61;p16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" name="Google Shape;62;p16"/>
          <p:cNvSpPr txBox="1"/>
          <p:nvPr>
            <p:ph idx="1" type="body"/>
          </p:nvPr>
        </p:nvSpPr>
        <p:spPr>
          <a:xfrm>
            <a:off x="360000" y="1440000"/>
            <a:ext cx="900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  <a:defRPr b="1" i="0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17232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NTR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p16"/>
          <p:cNvSpPr txBox="1"/>
          <p:nvPr>
            <p:ph idx="2" type="body"/>
          </p:nvPr>
        </p:nvSpPr>
        <p:spPr>
          <a:xfrm>
            <a:off x="360000" y="1799999"/>
            <a:ext cx="90000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16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" name="Google Shape;65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only">
  <p:cSld name="Headline 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only Dark" showMasterSp="0">
  <p:cSld name="Headline only Dark">
    <p:bg>
      <p:bgPr>
        <a:solidFill>
          <a:schemeClr val="accent2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8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p18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" name="Google Shape;73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Headline only Teal" showMasterSp="0">
  <p:cSld name="1_Headline only Teal">
    <p:bg>
      <p:bgPr>
        <a:solidFill>
          <a:schemeClr val="accent4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" name="Google Shape;77;p19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" name="Google Shape;78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showMasterSp="0">
  <p:cSld name="Comparison">
    <p:bg>
      <p:bgPr>
        <a:solidFill>
          <a:schemeClr val="accent3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756788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20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" name="Google Shape;82;p20"/>
          <p:cNvSpPr txBox="1"/>
          <p:nvPr>
            <p:ph type="title"/>
          </p:nvPr>
        </p:nvSpPr>
        <p:spPr>
          <a:xfrm>
            <a:off x="359999" y="1674394"/>
            <a:ext cx="504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83" name="Google Shape;83;p20"/>
          <p:cNvSpPr txBox="1"/>
          <p:nvPr>
            <p:ph idx="1" type="body"/>
          </p:nvPr>
        </p:nvSpPr>
        <p:spPr>
          <a:xfrm>
            <a:off x="6480000" y="1674393"/>
            <a:ext cx="504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 b="1" i="0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4" name="Google Shape;84;p20"/>
          <p:cNvSpPr txBox="1"/>
          <p:nvPr>
            <p:ph idx="2" type="body"/>
          </p:nvPr>
        </p:nvSpPr>
        <p:spPr>
          <a:xfrm>
            <a:off x="6480000" y="2834245"/>
            <a:ext cx="5040000" cy="3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528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680"/>
              <a:buFont typeface="Arial"/>
              <a:buChar char="•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5" name="Google Shape;85;p20"/>
          <p:cNvSpPr txBox="1"/>
          <p:nvPr>
            <p:ph idx="3" type="body"/>
          </p:nvPr>
        </p:nvSpPr>
        <p:spPr>
          <a:xfrm>
            <a:off x="360000" y="2834245"/>
            <a:ext cx="5040000" cy="3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528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p20"/>
          <p:cNvSpPr/>
          <p:nvPr/>
        </p:nvSpPr>
        <p:spPr>
          <a:xfrm>
            <a:off x="500" y="6761480"/>
            <a:ext cx="12178800" cy="96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Slide" showMasterSp="0">
  <p:cSld name="Quote Slide">
    <p:bg>
      <p:bgPr>
        <a:solidFill>
          <a:schemeClr val="accent2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1"/>
          <p:cNvSpPr/>
          <p:nvPr/>
        </p:nvSpPr>
        <p:spPr>
          <a:xfrm>
            <a:off x="3554946" y="4955133"/>
            <a:ext cx="2120057" cy="1"/>
          </a:xfrm>
          <a:custGeom>
            <a:rect b="b" l="l" r="r" t="t"/>
            <a:pathLst>
              <a:path extrusionOk="0" h="120000" w="2160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90" name="Google Shape;90;p21"/>
          <p:cNvSpPr txBox="1"/>
          <p:nvPr/>
        </p:nvSpPr>
        <p:spPr>
          <a:xfrm>
            <a:off x="1343734" y="2179914"/>
            <a:ext cx="239177" cy="3274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91" name="Google Shape;91;p21"/>
          <p:cNvSpPr/>
          <p:nvPr/>
        </p:nvSpPr>
        <p:spPr>
          <a:xfrm>
            <a:off x="165529" y="190499"/>
            <a:ext cx="11848241" cy="6477001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1"/>
          <p:cNvSpPr/>
          <p:nvPr/>
        </p:nvSpPr>
        <p:spPr>
          <a:xfrm flipH="1" rot="10800000">
            <a:off x="9366432" y="5569929"/>
            <a:ext cx="505472" cy="505473"/>
          </a:xfrm>
          <a:prstGeom prst="rect">
            <a:avLst/>
          </a:prstGeom>
          <a:solidFill>
            <a:srgbClr val="0BA2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1"/>
          <p:cNvSpPr txBox="1"/>
          <p:nvPr>
            <p:ph type="title"/>
          </p:nvPr>
        </p:nvSpPr>
        <p:spPr>
          <a:xfrm>
            <a:off x="1591200" y="2187168"/>
            <a:ext cx="8405525" cy="1977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None/>
              <a:defRPr sz="3800"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94" name="Google Shape;94;p21"/>
          <p:cNvSpPr txBox="1"/>
          <p:nvPr>
            <p:ph idx="1" type="body"/>
          </p:nvPr>
        </p:nvSpPr>
        <p:spPr>
          <a:xfrm>
            <a:off x="1591200" y="4421963"/>
            <a:ext cx="7025229" cy="8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95" name="Google Shape;95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374886" y="5067046"/>
            <a:ext cx="2006600" cy="100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hoto">
  <p:cSld name="Content with photo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2"/>
          <p:cNvSpPr/>
          <p:nvPr>
            <p:ph idx="2" type="pic"/>
          </p:nvPr>
        </p:nvSpPr>
        <p:spPr>
          <a:xfrm>
            <a:off x="7937500" y="1447601"/>
            <a:ext cx="4241800" cy="5410399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22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00" name="Google Shape;100;p22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" name="Google Shape;101;p22"/>
          <p:cNvSpPr txBox="1"/>
          <p:nvPr>
            <p:ph idx="1" type="body"/>
          </p:nvPr>
        </p:nvSpPr>
        <p:spPr>
          <a:xfrm>
            <a:off x="360000" y="1440000"/>
            <a:ext cx="720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17232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NTR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2" name="Google Shape;102;p22"/>
          <p:cNvSpPr txBox="1"/>
          <p:nvPr>
            <p:ph idx="3" type="body"/>
          </p:nvPr>
        </p:nvSpPr>
        <p:spPr>
          <a:xfrm>
            <a:off x="360000" y="1799999"/>
            <a:ext cx="72000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03" name="Google Shape;103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37500" y="3935445"/>
            <a:ext cx="965200" cy="96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2"/>
          <p:cNvSpPr txBox="1"/>
          <p:nvPr>
            <p:ph idx="4" type="body"/>
          </p:nvPr>
        </p:nvSpPr>
        <p:spPr>
          <a:xfrm>
            <a:off x="2793987" y="4888595"/>
            <a:ext cx="6980036" cy="1969405"/>
          </a:xfrm>
          <a:prstGeom prst="rect">
            <a:avLst/>
          </a:prstGeom>
          <a:solidFill>
            <a:srgbClr val="CCF2FF"/>
          </a:solidFill>
          <a:ln>
            <a:noFill/>
          </a:ln>
        </p:spPr>
        <p:txBody>
          <a:bodyPr anchorCtr="0" anchor="t" bIns="317500" lIns="317500" spcFirstLastPara="1" rIns="317500" wrap="square" tIns="317500">
            <a:noAutofit/>
          </a:bodyPr>
          <a:lstStyle>
            <a:lvl1pPr indent="-228600" lvl="0" marL="45720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Arial"/>
              <a:buNone/>
              <a:defRPr b="1" i="0" sz="1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5" name="Google Shape;105;p22"/>
          <p:cNvSpPr/>
          <p:nvPr/>
        </p:nvSpPr>
        <p:spPr>
          <a:xfrm>
            <a:off x="500" y="6761480"/>
            <a:ext cx="12178800" cy="96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C Slide 4" showMasterSp="0">
  <p:cSld name="TOC Slide 4">
    <p:bg>
      <p:bgPr>
        <a:solidFill>
          <a:schemeClr val="accent4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3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9" name="Google Shape;109;p23"/>
          <p:cNvSpPr txBox="1"/>
          <p:nvPr>
            <p:ph idx="1" type="body"/>
          </p:nvPr>
        </p:nvSpPr>
        <p:spPr>
          <a:xfrm>
            <a:off x="360000" y="34451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0" name="Google Shape;110;p23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3"/>
          <p:cNvSpPr txBox="1"/>
          <p:nvPr>
            <p:ph idx="2" type="body"/>
          </p:nvPr>
        </p:nvSpPr>
        <p:spPr>
          <a:xfrm>
            <a:off x="3229990" y="34451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099980" y="34451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8969970" y="34451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14" name="Google Shape;11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C Slide 8" showMasterSp="0">
  <p:cSld name="TOC Slide 8">
    <p:bg>
      <p:bgPr>
        <a:solidFill>
          <a:schemeClr val="accent4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4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17" name="Google Shape;117;p24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" name="Google Shape;118;p24"/>
          <p:cNvSpPr txBox="1"/>
          <p:nvPr>
            <p:ph idx="1" type="body"/>
          </p:nvPr>
        </p:nvSpPr>
        <p:spPr>
          <a:xfrm>
            <a:off x="360000" y="15655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9" name="Google Shape;119;p24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4"/>
          <p:cNvSpPr txBox="1"/>
          <p:nvPr>
            <p:ph idx="2" type="body"/>
          </p:nvPr>
        </p:nvSpPr>
        <p:spPr>
          <a:xfrm>
            <a:off x="3229990" y="15655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1" name="Google Shape;121;p24"/>
          <p:cNvSpPr txBox="1"/>
          <p:nvPr>
            <p:ph idx="3" type="body"/>
          </p:nvPr>
        </p:nvSpPr>
        <p:spPr>
          <a:xfrm>
            <a:off x="6099980" y="15655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2" name="Google Shape;122;p24"/>
          <p:cNvSpPr txBox="1"/>
          <p:nvPr>
            <p:ph idx="4" type="body"/>
          </p:nvPr>
        </p:nvSpPr>
        <p:spPr>
          <a:xfrm>
            <a:off x="8969970" y="15655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3" name="Google Shape;123;p24"/>
          <p:cNvSpPr txBox="1"/>
          <p:nvPr>
            <p:ph idx="5" type="body"/>
          </p:nvPr>
        </p:nvSpPr>
        <p:spPr>
          <a:xfrm>
            <a:off x="360000" y="4077072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4" name="Google Shape;124;p24"/>
          <p:cNvSpPr txBox="1"/>
          <p:nvPr>
            <p:ph idx="6" type="body"/>
          </p:nvPr>
        </p:nvSpPr>
        <p:spPr>
          <a:xfrm>
            <a:off x="3229990" y="4077072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5" name="Google Shape;125;p24"/>
          <p:cNvSpPr txBox="1"/>
          <p:nvPr>
            <p:ph idx="7" type="body"/>
          </p:nvPr>
        </p:nvSpPr>
        <p:spPr>
          <a:xfrm>
            <a:off x="6099980" y="4077072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6" name="Google Shape;126;p24"/>
          <p:cNvSpPr txBox="1"/>
          <p:nvPr>
            <p:ph idx="8" type="body"/>
          </p:nvPr>
        </p:nvSpPr>
        <p:spPr>
          <a:xfrm>
            <a:off x="8969970" y="4077072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27" name="Google Shape;127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slide Table Dark" showMasterSp="0">
  <p:cSld name="Agenda slide Table Dark">
    <p:bg>
      <p:bgPr>
        <a:solidFill>
          <a:schemeClr val="accent2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title"/>
          </p:nvPr>
        </p:nvSpPr>
        <p:spPr>
          <a:xfrm>
            <a:off x="359999" y="360000"/>
            <a:ext cx="900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30" name="Google Shape;130;p25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1" name="Google Shape;131;p25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slide Table" showMasterSp="0">
  <p:cSld name="Agenda slide Table">
    <p:bg>
      <p:bgPr>
        <a:solidFill>
          <a:schemeClr val="accent4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/>
          <p:nvPr>
            <p:ph type="title"/>
          </p:nvPr>
        </p:nvSpPr>
        <p:spPr>
          <a:xfrm>
            <a:off x="359999" y="360000"/>
            <a:ext cx="900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35" name="Google Shape;135;p26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6" name="Google Shape;136;p26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">
  <p:cSld name="Statement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40" name="Google Shape;140;p27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1" name="Google Shape;141;p27"/>
          <p:cNvSpPr txBox="1"/>
          <p:nvPr>
            <p:ph idx="1" type="body"/>
          </p:nvPr>
        </p:nvSpPr>
        <p:spPr>
          <a:xfrm>
            <a:off x="360000" y="2610760"/>
            <a:ext cx="3478685" cy="21082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2" name="Google Shape;142;p27"/>
          <p:cNvSpPr txBox="1"/>
          <p:nvPr>
            <p:ph idx="2" type="body"/>
          </p:nvPr>
        </p:nvSpPr>
        <p:spPr>
          <a:xfrm>
            <a:off x="4308328" y="2610760"/>
            <a:ext cx="3478685" cy="21082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3" name="Google Shape;143;p27"/>
          <p:cNvSpPr txBox="1"/>
          <p:nvPr>
            <p:ph idx="3" type="body"/>
          </p:nvPr>
        </p:nvSpPr>
        <p:spPr>
          <a:xfrm>
            <a:off x="8256655" y="2610760"/>
            <a:ext cx="3478685" cy="210820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logo Dark" showMasterSp="0">
  <p:cSld name="Slide with logo Dark">
    <p:bg>
      <p:bgPr>
        <a:solidFill>
          <a:schemeClr val="accent2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8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6" name="Google Shape;146;p28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7" name="Google Shape;147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lide with logo Teal" showMasterSp="0">
  <p:cSld name="1_Slide with logo Teal">
    <p:bg>
      <p:bgPr>
        <a:solidFill>
          <a:schemeClr val="accent4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0" name="Google Shape;150;p29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1" name="Google Shape;151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" showMasterSp="0">
  <p:cSld name="Thank You Slide">
    <p:bg>
      <p:bgPr>
        <a:solidFill>
          <a:schemeClr val="accent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0"/>
          <p:cNvSpPr/>
          <p:nvPr/>
        </p:nvSpPr>
        <p:spPr>
          <a:xfrm>
            <a:off x="165529" y="190499"/>
            <a:ext cx="11848241" cy="6477001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" id="154" name="Google Shape;154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0348" y="393566"/>
            <a:ext cx="6557644" cy="355600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0"/>
          <p:cNvSpPr txBox="1"/>
          <p:nvPr>
            <p:ph idx="1" type="body"/>
          </p:nvPr>
        </p:nvSpPr>
        <p:spPr>
          <a:xfrm>
            <a:off x="617538" y="429133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6" name="Google Shape;156;p30"/>
          <p:cNvSpPr txBox="1"/>
          <p:nvPr>
            <p:ph idx="2" type="body"/>
          </p:nvPr>
        </p:nvSpPr>
        <p:spPr>
          <a:xfrm>
            <a:off x="3473690" y="429133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7" name="Google Shape;157;p30"/>
          <p:cNvSpPr txBox="1"/>
          <p:nvPr>
            <p:ph idx="3" type="body"/>
          </p:nvPr>
        </p:nvSpPr>
        <p:spPr>
          <a:xfrm>
            <a:off x="6329842" y="429133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8" name="Google Shape;158;p30"/>
          <p:cNvSpPr txBox="1"/>
          <p:nvPr>
            <p:ph idx="4" type="body"/>
          </p:nvPr>
        </p:nvSpPr>
        <p:spPr>
          <a:xfrm>
            <a:off x="9185994" y="429133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9" name="Google Shape;159;p30"/>
          <p:cNvSpPr txBox="1"/>
          <p:nvPr>
            <p:ph idx="5" type="body"/>
          </p:nvPr>
        </p:nvSpPr>
        <p:spPr>
          <a:xfrm>
            <a:off x="617538" y="472514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0" name="Google Shape;160;p30"/>
          <p:cNvSpPr txBox="1"/>
          <p:nvPr>
            <p:ph idx="6" type="body"/>
          </p:nvPr>
        </p:nvSpPr>
        <p:spPr>
          <a:xfrm>
            <a:off x="3473690" y="472514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1" name="Google Shape;161;p30"/>
          <p:cNvSpPr txBox="1"/>
          <p:nvPr>
            <p:ph idx="7" type="body"/>
          </p:nvPr>
        </p:nvSpPr>
        <p:spPr>
          <a:xfrm>
            <a:off x="6329842" y="472514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2" name="Google Shape;162;p30"/>
          <p:cNvSpPr txBox="1"/>
          <p:nvPr>
            <p:ph idx="8" type="body"/>
          </p:nvPr>
        </p:nvSpPr>
        <p:spPr>
          <a:xfrm>
            <a:off x="9185994" y="472514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63" name="Google Shape;16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10.xml"/><Relationship Id="rId22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9.xml"/><Relationship Id="rId21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12.xml"/><Relationship Id="rId24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" name="Google Shape;7;p8"/>
          <p:cNvSpPr/>
          <p:nvPr/>
        </p:nvSpPr>
        <p:spPr>
          <a:xfrm>
            <a:off x="500" y="6761480"/>
            <a:ext cx="12178800" cy="96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8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1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1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1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1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1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1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1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1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9" name="Google Shape;9;p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897966" y="362286"/>
            <a:ext cx="833598" cy="416799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"/>
          <p:cNvSpPr txBox="1"/>
          <p:nvPr>
            <p:ph idx="1" type="body"/>
          </p:nvPr>
        </p:nvSpPr>
        <p:spPr>
          <a:xfrm>
            <a:off x="640800" y="4217803"/>
            <a:ext cx="82800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/>
              <a:t>UiPath AgentHack. Build the AI agents of tomorrow. </a:t>
            </a:r>
            <a:endParaRPr/>
          </a:p>
        </p:txBody>
      </p:sp>
      <p:sp>
        <p:nvSpPr>
          <p:cNvPr id="169" name="Google Shape;169;p1"/>
          <p:cNvSpPr txBox="1"/>
          <p:nvPr>
            <p:ph type="title"/>
          </p:nvPr>
        </p:nvSpPr>
        <p:spPr>
          <a:xfrm>
            <a:off x="640800" y="3080317"/>
            <a:ext cx="8280000" cy="1037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lang="en-US"/>
              <a:t>Presentation title goes here</a:t>
            </a:r>
            <a:br>
              <a:rPr lang="en-US"/>
            </a:br>
            <a:r>
              <a:rPr lang="en-US"/>
              <a:t>in maximum 2 lines.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6255" y="1925979"/>
            <a:ext cx="2223500" cy="2228624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"/>
          <p:cNvSpPr/>
          <p:nvPr/>
        </p:nvSpPr>
        <p:spPr>
          <a:xfrm>
            <a:off x="308294" y="4436925"/>
            <a:ext cx="2710314" cy="489737"/>
          </a:xfrm>
          <a:prstGeom prst="rect">
            <a:avLst/>
          </a:prstGeom>
          <a:noFill/>
          <a:ln>
            <a:noFill/>
          </a:ln>
        </p:spPr>
        <p:txBody>
          <a:bodyPr anchorCtr="1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Jane Doe</a:t>
            </a:r>
            <a:endParaRPr/>
          </a:p>
        </p:txBody>
      </p:sp>
      <p:sp>
        <p:nvSpPr>
          <p:cNvPr id="176" name="Google Shape;176;p2"/>
          <p:cNvSpPr/>
          <p:nvPr/>
        </p:nvSpPr>
        <p:spPr>
          <a:xfrm>
            <a:off x="342659" y="5063729"/>
            <a:ext cx="2710691" cy="1141008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Job title @Company jane.doe@uipath.com </a:t>
            </a:r>
            <a:endParaRPr/>
          </a:p>
        </p:txBody>
      </p:sp>
      <p:pic>
        <p:nvPicPr>
          <p:cNvPr id="177" name="Google Shape;17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78334" y="1925979"/>
            <a:ext cx="2223500" cy="2228624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"/>
          <p:cNvSpPr/>
          <p:nvPr/>
        </p:nvSpPr>
        <p:spPr>
          <a:xfrm>
            <a:off x="3216503" y="4450509"/>
            <a:ext cx="2710314" cy="489737"/>
          </a:xfrm>
          <a:prstGeom prst="rect">
            <a:avLst/>
          </a:prstGeom>
          <a:noFill/>
          <a:ln>
            <a:noFill/>
          </a:ln>
        </p:spPr>
        <p:txBody>
          <a:bodyPr anchorCtr="1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Jane Doe</a:t>
            </a:r>
            <a:endParaRPr/>
          </a:p>
        </p:txBody>
      </p:sp>
      <p:sp>
        <p:nvSpPr>
          <p:cNvPr id="179" name="Google Shape;179;p2"/>
          <p:cNvSpPr/>
          <p:nvPr/>
        </p:nvSpPr>
        <p:spPr>
          <a:xfrm>
            <a:off x="3105672" y="5062793"/>
            <a:ext cx="2710691" cy="1141008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Job title @Company jane.doe@uipath.com </a:t>
            </a:r>
            <a:endParaRPr/>
          </a:p>
        </p:txBody>
      </p:sp>
      <p:pic>
        <p:nvPicPr>
          <p:cNvPr id="180" name="Google Shape;18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51716" y="1973262"/>
            <a:ext cx="2223500" cy="2228624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"/>
          <p:cNvSpPr/>
          <p:nvPr/>
        </p:nvSpPr>
        <p:spPr>
          <a:xfrm>
            <a:off x="6148101" y="4450509"/>
            <a:ext cx="2710314" cy="489737"/>
          </a:xfrm>
          <a:prstGeom prst="rect">
            <a:avLst/>
          </a:prstGeom>
          <a:noFill/>
          <a:ln>
            <a:noFill/>
          </a:ln>
        </p:spPr>
        <p:txBody>
          <a:bodyPr anchorCtr="1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Jane Doe</a:t>
            </a:r>
            <a:endParaRPr/>
          </a:p>
        </p:txBody>
      </p:sp>
      <p:sp>
        <p:nvSpPr>
          <p:cNvPr id="182" name="Google Shape;182;p2"/>
          <p:cNvSpPr/>
          <p:nvPr/>
        </p:nvSpPr>
        <p:spPr>
          <a:xfrm>
            <a:off x="6148101" y="5060108"/>
            <a:ext cx="2710691" cy="1141008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Job title @Company jane.doe@uipath.com </a:t>
            </a:r>
            <a:endParaRPr/>
          </a:p>
        </p:txBody>
      </p:sp>
      <p:pic>
        <p:nvPicPr>
          <p:cNvPr id="183" name="Google Shape;18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25098" y="1973262"/>
            <a:ext cx="2223500" cy="2228624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"/>
          <p:cNvSpPr/>
          <p:nvPr/>
        </p:nvSpPr>
        <p:spPr>
          <a:xfrm>
            <a:off x="8858415" y="4436925"/>
            <a:ext cx="2710314" cy="489737"/>
          </a:xfrm>
          <a:prstGeom prst="rect">
            <a:avLst/>
          </a:prstGeom>
          <a:noFill/>
          <a:ln>
            <a:noFill/>
          </a:ln>
        </p:spPr>
        <p:txBody>
          <a:bodyPr anchorCtr="1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Jane Doe</a:t>
            </a:r>
            <a:endParaRPr/>
          </a:p>
        </p:txBody>
      </p:sp>
      <p:sp>
        <p:nvSpPr>
          <p:cNvPr id="185" name="Google Shape;185;p2"/>
          <p:cNvSpPr/>
          <p:nvPr/>
        </p:nvSpPr>
        <p:spPr>
          <a:xfrm>
            <a:off x="8881502" y="5060108"/>
            <a:ext cx="2710691" cy="1141008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Job title @Company jane.doe@uipath.com </a:t>
            </a:r>
            <a:endParaRPr/>
          </a:p>
        </p:txBody>
      </p:sp>
      <p:sp>
        <p:nvSpPr>
          <p:cNvPr id="186" name="Google Shape;186;p2"/>
          <p:cNvSpPr txBox="1"/>
          <p:nvPr/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name</a:t>
            </a: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​</a:t>
            </a:r>
            <a:b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Project title (if any)</a:t>
            </a: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​</a:t>
            </a:r>
            <a:endParaRPr b="1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24"/>
              </a:buClr>
              <a:buSzPts val="3000"/>
              <a:buFont typeface="Arial"/>
              <a:buNone/>
            </a:pPr>
            <a:r>
              <a:rPr lang="en-US">
                <a:solidFill>
                  <a:srgbClr val="172024"/>
                </a:solidFill>
              </a:rPr>
              <a:t>Problem statement and proposed solution</a:t>
            </a:r>
            <a:endParaRPr>
              <a:solidFill>
                <a:srgbClr val="172024"/>
              </a:solidFill>
            </a:endParaRPr>
          </a:p>
        </p:txBody>
      </p:sp>
      <p:sp>
        <p:nvSpPr>
          <p:cNvPr id="192" name="Google Shape;192;p3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3" name="Google Shape;193;p3"/>
          <p:cNvSpPr txBox="1"/>
          <p:nvPr>
            <p:ph idx="1" type="body"/>
          </p:nvPr>
        </p:nvSpPr>
        <p:spPr>
          <a:xfrm>
            <a:off x="360000" y="1440000"/>
            <a:ext cx="50400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/>
              <a:t>Problem</a:t>
            </a:r>
            <a:endParaRPr/>
          </a:p>
        </p:txBody>
      </p:sp>
      <p:sp>
        <p:nvSpPr>
          <p:cNvPr id="194" name="Google Shape;194;p3"/>
          <p:cNvSpPr txBox="1"/>
          <p:nvPr>
            <p:ph idx="2" type="body"/>
          </p:nvPr>
        </p:nvSpPr>
        <p:spPr>
          <a:xfrm>
            <a:off x="360000" y="1799999"/>
            <a:ext cx="50400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/>
              <a:t>What real-world problem are you solving?​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/>
              <a:t>Why does it matter?</a:t>
            </a:r>
            <a:endParaRPr/>
          </a:p>
        </p:txBody>
      </p:sp>
      <p:sp>
        <p:nvSpPr>
          <p:cNvPr id="195" name="Google Shape;195;p3"/>
          <p:cNvSpPr txBox="1"/>
          <p:nvPr>
            <p:ph idx="3" type="body"/>
          </p:nvPr>
        </p:nvSpPr>
        <p:spPr>
          <a:xfrm>
            <a:off x="6089650" y="1440000"/>
            <a:ext cx="50400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/>
              <a:t>Solution</a:t>
            </a:r>
            <a:endParaRPr/>
          </a:p>
        </p:txBody>
      </p:sp>
      <p:sp>
        <p:nvSpPr>
          <p:cNvPr id="196" name="Google Shape;196;p3"/>
          <p:cNvSpPr txBox="1"/>
          <p:nvPr>
            <p:ph idx="4" type="body"/>
          </p:nvPr>
        </p:nvSpPr>
        <p:spPr>
          <a:xfrm>
            <a:off x="6089650" y="1799999"/>
            <a:ext cx="50400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/>
              <a:t>Brief summary of the solution and what makes it unique​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/>
              <a:t>High-level value prop or innovation angle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4"/>
          <p:cNvSpPr txBox="1"/>
          <p:nvPr/>
        </p:nvSpPr>
        <p:spPr>
          <a:xfrm>
            <a:off x="259203" y="360000"/>
            <a:ext cx="9000000" cy="499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Benefits and technologies used</a:t>
            </a:r>
            <a:endParaRPr b="1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4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203" name="Google Shape;203;p4"/>
          <p:cNvGraphicFramePr/>
          <p:nvPr/>
        </p:nvGraphicFramePr>
        <p:xfrm>
          <a:off x="359999" y="150626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{C6BD176B-B367-48D6-A09C-E4AB94313932}</a:tableStyleId>
              </a:tblPr>
              <a:tblGrid>
                <a:gridCol w="2503325"/>
                <a:gridCol w="2503325"/>
              </a:tblGrid>
              <a:tr h="997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9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End-user​</a:t>
                      </a:r>
                      <a:endParaRPr b="1" i="0" sz="18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A2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9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Lorem Ipsum</a:t>
                      </a: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​</a:t>
                      </a:r>
                      <a:endParaRPr b="1" i="0" sz="18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A2B3"/>
                    </a:solidFill>
                  </a:tcPr>
                </a:tc>
              </a:tr>
              <a:tr h="997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9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User department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​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A2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9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Lorem Ipsum​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A2B3"/>
                    </a:solidFill>
                  </a:tcPr>
                </a:tc>
              </a:tr>
              <a:tr h="997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9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Industries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​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A2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9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Lorem Ipsum​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A2B3"/>
                    </a:solidFill>
                  </a:tcPr>
                </a:tc>
              </a:tr>
              <a:tr h="997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9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UiPath products used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​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A2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9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Lorem Ipsum​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A2B3"/>
                    </a:solidFill>
                  </a:tcPr>
                </a:tc>
              </a:tr>
              <a:tr h="1001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9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Other - integrations / APIs / technologies used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​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A2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9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Lorem Ipsum​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A2B3"/>
                    </a:solidFill>
                  </a:tcPr>
                </a:tc>
              </a:tr>
            </a:tbl>
          </a:graphicData>
        </a:graphic>
      </p:graphicFrame>
      <p:sp>
        <p:nvSpPr>
          <p:cNvPr id="204" name="Google Shape;204;p4"/>
          <p:cNvSpPr/>
          <p:nvPr/>
        </p:nvSpPr>
        <p:spPr>
          <a:xfrm>
            <a:off x="359999" y="859929"/>
            <a:ext cx="10398312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4"/>
          <p:cNvSpPr/>
          <p:nvPr/>
        </p:nvSpPr>
        <p:spPr>
          <a:xfrm>
            <a:off x="6422266" y="770263"/>
            <a:ext cx="5497831" cy="48973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Benefits, impact and outcomes</a:t>
            </a:r>
            <a:endParaRPr/>
          </a:p>
        </p:txBody>
      </p:sp>
      <p:sp>
        <p:nvSpPr>
          <p:cNvPr id="206" name="Google Shape;206;p4"/>
          <p:cNvSpPr txBox="1"/>
          <p:nvPr/>
        </p:nvSpPr>
        <p:spPr>
          <a:xfrm>
            <a:off x="6318751" y="1506260"/>
            <a:ext cx="5500550" cy="4426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does this agent actually achieve?</a:t>
            </a:r>
            <a:endParaRPr/>
          </a:p>
          <a:p>
            <a:pPr indent="-285750" lvl="0" marL="285750" marR="0" rtl="0" algn="l">
              <a:lnSpc>
                <a:spcPct val="122222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 saved, steps automated, user pain reduced, etc.</a:t>
            </a:r>
            <a:endParaRPr/>
          </a:p>
        </p:txBody>
      </p:sp>
      <p:sp>
        <p:nvSpPr>
          <p:cNvPr id="207" name="Google Shape;207;p4"/>
          <p:cNvSpPr/>
          <p:nvPr/>
        </p:nvSpPr>
        <p:spPr>
          <a:xfrm>
            <a:off x="359999" y="810000"/>
            <a:ext cx="5497831" cy="48973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Details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5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3" name="Google Shape;213;p5"/>
          <p:cNvSpPr/>
          <p:nvPr/>
        </p:nvSpPr>
        <p:spPr>
          <a:xfrm>
            <a:off x="359999" y="859929"/>
            <a:ext cx="10398312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5"/>
          <p:cNvSpPr txBox="1"/>
          <p:nvPr/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 architecture</a:t>
            </a:r>
            <a:endParaRPr b="1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5"/>
          <p:cNvSpPr txBox="1"/>
          <p:nvPr/>
        </p:nvSpPr>
        <p:spPr>
          <a:xfrm>
            <a:off x="359999" y="1506260"/>
            <a:ext cx="11459302" cy="4426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slide is optional, but you may want to show the jury your agentic architecture — including a visual representation of how your agents interact, trigger workflows, connect, and integrate with other systems.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6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1" name="Google Shape;221;p6"/>
          <p:cNvSpPr/>
          <p:nvPr/>
        </p:nvSpPr>
        <p:spPr>
          <a:xfrm>
            <a:off x="359999" y="859929"/>
            <a:ext cx="10398312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6"/>
          <p:cNvSpPr txBox="1"/>
          <p:nvPr/>
        </p:nvSpPr>
        <p:spPr>
          <a:xfrm>
            <a:off x="359999" y="518044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Miscellaneous</a:t>
            </a:r>
            <a:endParaRPr b="1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6"/>
          <p:cNvSpPr txBox="1"/>
          <p:nvPr/>
        </p:nvSpPr>
        <p:spPr>
          <a:xfrm>
            <a:off x="359999" y="1506260"/>
            <a:ext cx="11459302" cy="4426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you need extra slides for your submission, feel free to duplicate this one. </a:t>
            </a:r>
            <a:endParaRPr/>
          </a:p>
          <a:p>
            <a:pPr indent="0" lvl="0" marL="0" marR="0" rtl="0" algn="l">
              <a:lnSpc>
                <a:spcPct val="122222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However, make sure you keep it under 10 slides.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7"/>
          <p:cNvSpPr txBox="1"/>
          <p:nvPr>
            <p:ph type="title"/>
          </p:nvPr>
        </p:nvSpPr>
        <p:spPr>
          <a:xfrm>
            <a:off x="635128" y="4640687"/>
            <a:ext cx="9000000" cy="457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/>
              <a:t>Closing message goes here.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imary Presentation Layouts">
  <a:themeElements>
    <a:clrScheme name="UiPath colors">
      <a:dk1>
        <a:srgbClr val="172024"/>
      </a:dk1>
      <a:lt1>
        <a:srgbClr val="FFFFFF"/>
      </a:lt1>
      <a:dk2>
        <a:srgbClr val="9D9D9D"/>
      </a:dk2>
      <a:lt2>
        <a:srgbClr val="F6F6F6"/>
      </a:lt2>
      <a:accent1>
        <a:srgbClr val="FA4616"/>
      </a:accent1>
      <a:accent2>
        <a:srgbClr val="1E6482"/>
      </a:accent2>
      <a:accent3>
        <a:srgbClr val="A32200"/>
      </a:accent3>
      <a:accent4>
        <a:srgbClr val="0BA2B3"/>
      </a:accent4>
      <a:accent5>
        <a:srgbClr val="8B288A"/>
      </a:accent5>
      <a:accent6>
        <a:srgbClr val="FA7678"/>
      </a:accent6>
      <a:hlink>
        <a:srgbClr val="5BCBDE"/>
      </a:hlink>
      <a:folHlink>
        <a:srgbClr val="5BCBD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imary Presentation Layouts">
  <a:themeElements>
    <a:clrScheme name="Primary Presentation Layouts">
      <a:dk1>
        <a:srgbClr val="000000"/>
      </a:dk1>
      <a:lt1>
        <a:srgbClr val="FFFFFF"/>
      </a:lt1>
      <a:dk2>
        <a:srgbClr val="9D9D9D"/>
      </a:dk2>
      <a:lt2>
        <a:srgbClr val="A32200"/>
      </a:lt2>
      <a:accent1>
        <a:srgbClr val="FCC0C5"/>
      </a:accent1>
      <a:accent2>
        <a:srgbClr val="5BCBDE"/>
      </a:accent2>
      <a:accent3>
        <a:srgbClr val="F6F6F6"/>
      </a:accent3>
      <a:accent4>
        <a:srgbClr val="434648"/>
      </a:accent4>
      <a:accent5>
        <a:srgbClr val="FFCBFF"/>
      </a:accent5>
      <a:accent6>
        <a:srgbClr val="1168CD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2025-06-06T15:41:05Z</dcterms:created>
  <dc:creator>Andreea Tomescu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0x0101006586BB0CA657274B8C976C7E0436D499</vt:lpwstr>
  </property>
  <property fmtid="{D5CDD505-2E9C-101B-9397-08002B2CF9AE}" pid="3" name="MediaServiceImageTags">
    <vt:lpwstr/>
  </property>
</Properties>
</file>